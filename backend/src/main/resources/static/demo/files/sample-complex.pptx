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EasyPreviewer Demo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Complex PPTX sample with layout, images, tables, and bilingual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1. Product rules</a:t>
            </a:r>
          </a:p>
          <a:p>
            <a:pPr>
              <a:defRPr sz="2400" b="0"/>
            </a:pPr>
            <a:r>
              <a:t>2. Supported file types</a:t>
            </a:r>
          </a:p>
          <a:p>
            <a:pPr>
              <a:defRPr sz="2400" b="0"/>
            </a:pPr>
            <a:r>
              <a:t>3. Unsupported-by-policy list</a:t>
            </a:r>
          </a:p>
          <a:p>
            <a:pPr>
              <a:defRPr sz="2400" b="0"/>
            </a:pPr>
            <a:r>
              <a:t>4. Bilingual rollout</a:t>
            </a:r>
          </a:p>
        </p:txBody>
      </p:sp>
      <p:pic>
        <p:nvPicPr>
          <p:cNvPr id="4" name="Picture 3" descr="preview-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046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3931920"/>
              </a:tblGrid>
              <a:tr h="5715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D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D2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D223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Office</a:t>
                      </a:r>
                    </a:p>
                  </a:txBody>
                  <a:tcP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Supported</a:t>
                      </a:r>
                    </a:p>
                  </a:txBody>
                  <a:tcP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LibreOffice conversion</a:t>
                      </a:r>
                    </a:p>
                  </a:txBody>
                  <a:tcPr>
                    <a:solidFill>
                      <a:srgbClr val="F4EFE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PDF / Text / Images</a:t>
                      </a:r>
                    </a:p>
                  </a:txBody>
                  <a:tcP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Supported</a:t>
                      </a:r>
                    </a:p>
                  </a:txBody>
                  <a:tcP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Read-only rendering</a:t>
                      </a:r>
                    </a:p>
                  </a:txBody>
                  <a:tcPr>
                    <a:solidFill>
                      <a:srgbClr val="F4EFE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CAD / Media / TIFF</a:t>
                      </a:r>
                    </a:p>
                  </a:txBody>
                  <a:tcP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Unsupported</a:t>
                      </a:r>
                    </a:p>
                  </a:txBody>
                  <a:tcP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Removed by policy</a:t>
                      </a:r>
                    </a:p>
                  </a:txBody>
                  <a:tcPr>
                    <a:solidFill>
                      <a:srgbClr val="F4EF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Bilingual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English: Preview only means no editing, no export, and no save-back.</a:t>
            </a:r>
          </a:p>
          <a:p>
            <a:pPr>
              <a:defRPr sz="2400">
                <a:solidFill>
                  <a:srgbClr val="305D52"/>
                </a:solidFill>
              </a:defRPr>
            </a:pPr>
            <a:r>
              <a:t>中文：仅预览意味着不提供编辑、导出与保存回源文件。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